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Vasudev, Sree Buddha College of Engineering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Industry partner: Nuke Labs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Theme: Water Management   |   Submission: 31 October 2026</a:t>
            </a:r>
          </a:p>
        </p:txBody>
      </p:sp>
      <p:pic>
        <p:nvPicPr>
          <p:cNvPr id="83" name="Picture 82" descr="iit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5806440"/>
            <a:ext cx="960120" cy="7650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monitoring prototype is built and runs at TRL 6.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INR 23,587 of prototype parts, already invested. The grant funds the arm hardware, the home unit build and certification.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ESP32.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commercial step.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prototype is the starting point. Each gate moves it closer to a sellable unit.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Design freeze and line procurement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+ 3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Line installed, design frozen, certification scope agreed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Pilot build and lab qualification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+ 6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25 sets, IP68 and EMC passed, unit cost confirmed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deployment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+ 9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 sites in 3 cities, 60 days of operation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Commercial readiness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Certification and patent filed, 3 paying pilots, TRL 8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last gate is a sale: three paying customers and a signed channel agreement, with the unit cost proven.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contractor who already charges for the clean.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A tank clean sells for INR 1,500 to 4,000, so the arm is sold to whoever already charges for it.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Cleaning contractors and facility managers first.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Households reach the product through them.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Price target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39,999 for M1, H1 and C1.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Against INR 15,600 of parts, a 61 percent margin.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Market base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About 47 million urban tanks.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Plus 1.5 million schools and 70,000 hospitals.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request is INR 47.03 lakh for twelve months.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pilot line, two engineers, the pilot units and the field work. GST is on the total.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658368" y="2240280"/>
          <a:ext cx="5120640" cy="3154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head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Equipment (pilot line)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24,27,288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Manpower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7,20,000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Consumables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Travel and misc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1,17,966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Contingency, faculty, GST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10,97,656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47,02,910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5989320" y="2240280"/>
            <a:ext cx="5486400" cy="31089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263640" y="2350008"/>
            <a:ext cx="4937760" cy="2889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pilot line: moulder, moulds, printer, PnP, reflow.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Two Nuke Labs engineers for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Twenty-five pilot sets and the test fixtures.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Twelve field installations.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58368" y="562356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76656" y="573328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69671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Prototype spend to date is INR 23,587, already invested. The request builds the line and the product.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INR 47.03 lakh builds the pilot line and the product.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pays for the pilot line, the pilot units and two engineers, which a first customer will not fund.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47,02,910 over twelve months, GST included.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That is 94 percent of the programme ceiling.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Already invested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of prototype parts.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monitor, dashboard and planner already run.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25.66 lakh at T0, 16.24 lakh at month 6, 5.13 lakh at month 12.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the service channel.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carries the commercialisation path.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working monitor today. A certified system in twelve months.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Principal Investigator: Dr. Vishnu Vasudev, Sree Buddha College of Engineering,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Industry partner: Nuke Labs, for hardware build, field access and the service channel.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Twenty-five pilot units and twelve installations in three cities.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Certification and a patent filed, with the unit cost proven.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Three paying pilot customers and a signed channel agreement.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